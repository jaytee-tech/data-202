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Total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39" y="8229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Total Invoices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8229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Top Country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79" y="82296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Active Customers</a:t>
            </a:r>
          </a:p>
        </p:txBody>
      </p:sp>
      <p:pic>
        <p:nvPicPr>
          <p:cNvPr id="8" name="Picture 7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4114800" cy="3086100"/>
          </a:xfrm>
          <a:prstGeom prst="rect">
            <a:avLst/>
          </a:prstGeom>
        </p:spPr>
      </p:pic>
      <p:pic>
        <p:nvPicPr>
          <p:cNvPr id="9" name="Picture 8" descr="revenu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Prototype</a:t>
            </a:r>
          </a:p>
        </p:txBody>
      </p:sp>
      <p:pic>
        <p:nvPicPr>
          <p:cNvPr id="4" name="Picture 3" descr="world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